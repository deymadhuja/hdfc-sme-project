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F9E155-A432-4902-BD3F-09BF8D175BA1}" v="110" dt="2025-12-10T17:17:39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19" y="889820"/>
            <a:ext cx="7492181" cy="3598606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820" y="4488426"/>
            <a:ext cx="5243832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027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33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8" y="1709739"/>
            <a:ext cx="797405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4589464"/>
            <a:ext cx="797405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2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22096"/>
            <a:ext cx="8018449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538" y="2128684"/>
            <a:ext cx="3978313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28684"/>
            <a:ext cx="3914775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12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16" y="929148"/>
            <a:ext cx="7980004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1681164"/>
            <a:ext cx="3961644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538" y="2505076"/>
            <a:ext cx="3961644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4"/>
            <a:ext cx="3887391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6"/>
            <a:ext cx="3887391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3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01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11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20" y="781665"/>
            <a:ext cx="3070199" cy="1223452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194" y="2315498"/>
            <a:ext cx="3070199" cy="355349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576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07" y="1066801"/>
            <a:ext cx="3077573" cy="131752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1066800"/>
            <a:ext cx="4629150" cy="479425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2507" y="2552700"/>
            <a:ext cx="3077573" cy="33162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738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92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997974"/>
            <a:ext cx="1761782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997973"/>
            <a:ext cx="630309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74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22096"/>
            <a:ext cx="8018449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7" y="2293126"/>
            <a:ext cx="8018449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6356351"/>
            <a:ext cx="1944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538" y="6356351"/>
            <a:ext cx="3404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6356351"/>
            <a:ext cx="50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723900"/>
            <a:ext cx="7943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6142781"/>
            <a:ext cx="79438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589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5382" userDrawn="1">
          <p15:clr>
            <a:srgbClr val="F26B43"/>
          </p15:clr>
        </p15:guide>
        <p15:guide id="6" pos="378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SME Loan Pre-Screen System</a:t>
            </a:r>
            <a:r>
              <a:rPr lang="en-US" sz="3600" dirty="0">
                <a:latin typeface="Oswald"/>
              </a:rPr>
              <a:t> </a:t>
            </a:r>
            <a:endParaRPr lang="en-US" dirty="0"/>
          </a:p>
          <a:p>
            <a:r>
              <a:rPr lang="en-US" sz="3200" dirty="0">
                <a:latin typeface="Calisto MT"/>
              </a:rPr>
              <a:t>Right-First-Time -Applications</a:t>
            </a:r>
          </a:p>
          <a:p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sz="3600" dirty="0"/>
          </a:p>
          <a:p>
            <a:endParaRPr sz="2000" dirty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  <a:p>
            <a:r>
              <a:rPr lang="en-US" sz="2650" dirty="0"/>
              <a:t>Submitted by</a:t>
            </a:r>
            <a:r>
              <a:rPr sz="2650" dirty="0"/>
              <a:t>: Madhuja Dey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Many SME applications are incomplete or missing documents.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Eligibility issues not detected early.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High number of bounced applications.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Need a digital pre-screen mechanism for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Improve right-first-time SME loan submissions.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Detect missing documents early.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Apply eligibility rules automatically.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Provide readiness score and recommendations.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Reduce processing delays and staff workload.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Digital SME Loan Pre-Screen Engine: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1. Document Completeness Checker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2. Eligibility Rule Engine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3. Readiness Score Generator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4. Recommendation Module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5. Dashboard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User Interface (HTML/CSS/JS)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Pre-Screen Engine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- Completeness Checker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- Eligibility Rule Engine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- Scoring Module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Service Layer (Excel Import, CRUD, Dashboard)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MySQL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dirty="0"/>
              <a:t>1. Upload SME application data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dirty="0"/>
              <a:t>2. Document readiness check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dirty="0"/>
              <a:t>3. Eligibility evaluation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dirty="0"/>
              <a:t>4. Readiness score calculation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dirty="0"/>
              <a:t>5. Recommendations generated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dirty="0"/>
              <a:t>6. Final status displayed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Upload 250+ applications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Automated document validation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Eligibility checking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Readiness scoring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 Recommendations for missing documents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Dashboard with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dirty="0"/>
              <a:t>Conclusion:</a:t>
            </a:r>
            <a:endParaRPr lang="en-US" dirty="0">
              <a:solidFill>
                <a:srgbClr val="000000"/>
              </a:solidFill>
            </a:endParaRP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Reduces bounced applications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Improves right-first-time submissions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Enhances SME loan processing efficiency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Future Scope: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AI-based eligibility prediction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OCR document scanning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Auto-fill form data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ChronicleVTI</vt:lpstr>
      <vt:lpstr>SME Loan Pre-Screen System  Right-First-Time -Applications </vt:lpstr>
      <vt:lpstr>Problem Statement</vt:lpstr>
      <vt:lpstr>Project Objective</vt:lpstr>
      <vt:lpstr>Proposed Solution</vt:lpstr>
      <vt:lpstr>System Architecture</vt:lpstr>
      <vt:lpstr>Workflow</vt:lpstr>
      <vt:lpstr>Key Features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58</cp:revision>
  <dcterms:created xsi:type="dcterms:W3CDTF">2013-01-27T09:14:16Z</dcterms:created>
  <dcterms:modified xsi:type="dcterms:W3CDTF">2025-12-10T17:33:04Z</dcterms:modified>
  <cp:category/>
</cp:coreProperties>
</file>